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B2F059-DF73-426E-96FC-F91FE4F15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1ED0868-1D26-4602-B623-7144792D0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849ED8-7023-44ED-9740-E96AFD50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2605AB-E7F3-4FFD-A43E-59C77EBA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43CC01-10C7-411D-9181-2771A009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100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5833FB-F0FA-48BD-B3B2-A7B3BABF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285146-C45C-441C-85DF-959EF4AC1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F3512F9-4915-4F98-A1FD-E1DCD5CF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E110210-5C49-44D0-9140-87F1A7E7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3028B3-65F8-4589-A424-33D7D3A8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725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8A03EE-FBC1-48DF-8897-9D6B925E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A1456FA-08CB-437E-9441-45F43158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1A0601B-B19A-49A7-BED8-2A9BD697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109964-B3B4-4040-996B-6D71786D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F6620DB-34F4-4099-BA1E-21E6F873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90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294944-E8EE-422A-9EF3-0FE26687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269CEC-E785-48D8-A4FF-8932FB301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54BCE4-77E4-465C-98EE-0326D025A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8BD873F-077B-4B54-9E01-22F3D1B7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8313F63-6220-4A31-AAD2-494D23EE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FB4C1B-71AD-4EED-AFC6-8DA490BD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972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B50FC1-313B-4A17-B530-109A817A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D68F582-EC72-48AA-A76C-FF851B249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2DFAC1F-9AE4-45CE-B81B-E497FDB23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3529C4A-0B87-4F1D-B509-48B7D438A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CAE581A-67CA-405F-AA16-EDD6FB21E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CC922C8-69D3-4562-B205-66D3BABA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1ABC14E-1835-4173-9B5F-83B4FA86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BCD05D9-B938-4A80-BC38-1F628581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196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0BF3FD-F3CC-4EE5-ABCC-245CA0D7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10125A3-C224-4395-9822-4FFF27E2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FB98CBD-EFD0-41C4-AE72-E8A72C05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2473807-9E7B-41CD-8490-04E673F4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146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4C4A5D4-8C63-448B-A3CF-8BC44EECF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5DBF615-622C-4144-B6EA-26EE134D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E698829-298C-4600-AE05-86C3C7D3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84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523154-7982-4F75-91C4-5607A3FA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BF8046-1948-42A4-B9E3-55501B6F0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0A26F53-4FBE-493B-9B39-775587FB0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17CCD9D-9D02-45A0-AFAE-668CE8A6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B489363-85AD-45CC-8500-691D1EF8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86A47C7-9820-477A-82CA-7319751D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1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FC3696-B874-4BC9-A7AE-E685DAD1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B879696-1FC8-46C2-BD5B-B54DAFAE3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55805BB-80B2-41D5-965C-88C8107CC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0D922B2-98B4-4B21-A1C6-4287E680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A3DF7B7-4734-4DD6-B1D1-D4817304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9876439-329C-4BA9-A966-92995321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630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65A725-A287-4DE1-93FF-111679F7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BADF8E5-27F4-490C-9B6F-679C5576D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D458EC5-D9B9-4887-B3AE-7C5F642C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159C0E5-0B11-486C-B073-A73064BA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4419C31-F7F2-4853-B3F1-597FEDE0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085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3D0D1D7-2F36-4AC1-8C8C-B99E0B7F7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8DA5F7B-C383-4A23-98D1-9CCDB6B06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4F134F-3FD0-4F92-BB75-B8DE44F2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413E1ED-3DBE-40F5-B7AF-F342C126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9752F6-3A7F-4867-B598-02574071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077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F2AAB1C-F91A-4733-AADB-2AA422B3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4788128-D489-4324-953A-5DADCB53B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6BCB67B-E05A-4EA9-9289-64B44F901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EDCD4-395B-4C9B-BA6D-AA0439BDF8B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E410B42-0521-47B9-BCDD-E18F450EF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D18D00-CB60-4C6A-BCE8-9AA47D1F6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504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gyar Zászló">
            <a:extLst>
              <a:ext uri="{FF2B5EF4-FFF2-40B4-BE49-F238E27FC236}">
                <a16:creationId xmlns:a16="http://schemas.microsoft.com/office/drawing/2014/main" id="{11CA8C94-8085-423E-82E8-E7A3E62B4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86847"/>
            <a:ext cx="12192000" cy="9144000"/>
          </a:xfrm>
          <a:prstGeom prst="rect">
            <a:avLst/>
          </a:prstGeom>
          <a:noFill/>
          <a:effectLst>
            <a:reflection stA="45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9297826-565F-45AD-AD3C-28829EBE4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9686"/>
            <a:ext cx="9144000" cy="1761067"/>
          </a:xfrm>
        </p:spPr>
        <p:txBody>
          <a:bodyPr/>
          <a:lstStyle/>
          <a:p>
            <a:r>
              <a:rPr lang="hu-HU" dirty="0">
                <a:latin typeface="Impact" panose="020B0806030902050204" pitchFamily="34" charset="0"/>
              </a:rPr>
              <a:t>Magyarország 2025-ös</a:t>
            </a:r>
            <a:br>
              <a:rPr lang="hu-HU" dirty="0">
                <a:latin typeface="Impact" panose="020B0806030902050204" pitchFamily="34" charset="0"/>
              </a:rPr>
            </a:br>
            <a:r>
              <a:rPr lang="hu-HU" dirty="0">
                <a:latin typeface="Impact" panose="020B0806030902050204" pitchFamily="34" charset="0"/>
              </a:rPr>
              <a:t>népessége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415E60D-40C5-4752-A9CA-18DBF70A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925"/>
            <a:ext cx="9144000" cy="436562"/>
          </a:xfrm>
        </p:spPr>
        <p:txBody>
          <a:bodyPr>
            <a:normAutofit/>
          </a:bodyPr>
          <a:lstStyle/>
          <a:p>
            <a:r>
              <a:rPr lang="hu-HU" sz="2000" dirty="0">
                <a:latin typeface="Impact" panose="020B0806030902050204" pitchFamily="34" charset="0"/>
              </a:rPr>
              <a:t>Készítette: Ungai Zoltán, Szabó Bence Kálmán</a:t>
            </a:r>
          </a:p>
        </p:txBody>
      </p:sp>
    </p:spTree>
    <p:extLst>
      <p:ext uri="{BB962C8B-B14F-4D97-AF65-F5344CB8AC3E}">
        <p14:creationId xmlns:p14="http://schemas.microsoft.com/office/powerpoint/2010/main" val="197181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6F7C828A-0606-4041-B1E7-1266ED68F2F0}"/>
              </a:ext>
            </a:extLst>
          </p:cNvPr>
          <p:cNvSpPr/>
          <p:nvPr/>
        </p:nvSpPr>
        <p:spPr>
          <a:xfrm>
            <a:off x="0" y="0"/>
            <a:ext cx="12192000" cy="1857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FE66018-9A9A-48A6-8EA1-CF5BB70B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448" y="265758"/>
            <a:ext cx="6297104" cy="1325563"/>
          </a:xfrm>
        </p:spPr>
        <p:txBody>
          <a:bodyPr>
            <a:noAutofit/>
          </a:bodyPr>
          <a:lstStyle/>
          <a:p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Menüpont választó</a:t>
            </a: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B8D5A89-A29D-4F39-847F-E49C1250B784}"/>
              </a:ext>
            </a:extLst>
          </p:cNvPr>
          <p:cNvCxnSpPr>
            <a:cxnSpLocks/>
          </p:cNvCxnSpPr>
          <p:nvPr/>
        </p:nvCxnSpPr>
        <p:spPr>
          <a:xfrm>
            <a:off x="20425" y="1857079"/>
            <a:ext cx="121715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églalap 51">
            <a:extLst>
              <a:ext uri="{FF2B5EF4-FFF2-40B4-BE49-F238E27FC236}">
                <a16:creationId xmlns:a16="http://schemas.microsoft.com/office/drawing/2014/main" id="{5883F1F7-8A50-4487-8A3E-20DD6FAD6DAD}"/>
              </a:ext>
            </a:extLst>
          </p:cNvPr>
          <p:cNvSpPr/>
          <p:nvPr/>
        </p:nvSpPr>
        <p:spPr>
          <a:xfrm>
            <a:off x="1609715" y="2122838"/>
            <a:ext cx="2675466" cy="3894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400" dirty="0">
                <a:latin typeface="Impact" panose="020B0806030902050204" pitchFamily="34" charset="0"/>
              </a:rPr>
              <a:t>Megye adatai</a:t>
            </a:r>
          </a:p>
        </p:txBody>
      </p:sp>
      <p:sp>
        <p:nvSpPr>
          <p:cNvPr id="54" name="Téglalap 53">
            <a:extLst>
              <a:ext uri="{FF2B5EF4-FFF2-40B4-BE49-F238E27FC236}">
                <a16:creationId xmlns:a16="http://schemas.microsoft.com/office/drawing/2014/main" id="{5E88FF75-D62E-46BF-A233-BF81052889DC}"/>
              </a:ext>
            </a:extLst>
          </p:cNvPr>
          <p:cNvSpPr/>
          <p:nvPr/>
        </p:nvSpPr>
        <p:spPr>
          <a:xfrm>
            <a:off x="7906819" y="2122838"/>
            <a:ext cx="2675466" cy="3894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400" dirty="0">
              <a:latin typeface="Impact" panose="020B0806030902050204" pitchFamily="34" charset="0"/>
            </a:endParaRPr>
          </a:p>
        </p:txBody>
      </p:sp>
      <p:sp>
        <p:nvSpPr>
          <p:cNvPr id="55" name="Téglalap 54">
            <a:extLst>
              <a:ext uri="{FF2B5EF4-FFF2-40B4-BE49-F238E27FC236}">
                <a16:creationId xmlns:a16="http://schemas.microsoft.com/office/drawing/2014/main" id="{6160DF7D-9883-4A15-997E-0672B02EFF3C}"/>
              </a:ext>
            </a:extLst>
          </p:cNvPr>
          <p:cNvSpPr/>
          <p:nvPr/>
        </p:nvSpPr>
        <p:spPr>
          <a:xfrm>
            <a:off x="4758267" y="2122838"/>
            <a:ext cx="2675466" cy="3894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400" dirty="0">
                <a:latin typeface="Impact" panose="020B0806030902050204" pitchFamily="34" charset="0"/>
              </a:rPr>
              <a:t>Település adatai</a:t>
            </a:r>
          </a:p>
        </p:txBody>
      </p:sp>
    </p:spTree>
    <p:extLst>
      <p:ext uri="{BB962C8B-B14F-4D97-AF65-F5344CB8AC3E}">
        <p14:creationId xmlns:p14="http://schemas.microsoft.com/office/powerpoint/2010/main" val="195614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A3D94E-F7F3-4698-8A12-46865233ABE2}"/>
              </a:ext>
            </a:extLst>
          </p:cNvPr>
          <p:cNvSpPr/>
          <p:nvPr/>
        </p:nvSpPr>
        <p:spPr>
          <a:xfrm>
            <a:off x="0" y="0"/>
            <a:ext cx="446193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hlinkClick r:id="rId2" action="ppaction://hlinksldjump"/>
            <a:extLst>
              <a:ext uri="{FF2B5EF4-FFF2-40B4-BE49-F238E27FC236}">
                <a16:creationId xmlns:a16="http://schemas.microsoft.com/office/drawing/2014/main" id="{99B855DB-4288-40FA-8A74-1F91E9D1AAB7}"/>
              </a:ext>
            </a:extLst>
          </p:cNvPr>
          <p:cNvSpPr/>
          <p:nvPr/>
        </p:nvSpPr>
        <p:spPr>
          <a:xfrm>
            <a:off x="119500" y="6435633"/>
            <a:ext cx="1319833" cy="29633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86BF2C-DBCF-49BB-BD4F-7B1336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191"/>
            <a:ext cx="4461933" cy="1325563"/>
          </a:xfrm>
        </p:spPr>
        <p:txBody>
          <a:bodyPr>
            <a:normAutofit/>
          </a:bodyPr>
          <a:lstStyle/>
          <a:p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Megye adatai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3B5158E-4FBF-4266-A73E-ED9BEADC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8" y="6469016"/>
            <a:ext cx="229566" cy="229566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B2C46354-5D08-4490-9E8E-5FDB46852711}"/>
              </a:ext>
            </a:extLst>
          </p:cNvPr>
          <p:cNvSpPr txBox="1"/>
          <p:nvPr/>
        </p:nvSpPr>
        <p:spPr>
          <a:xfrm>
            <a:off x="482602" y="6399133"/>
            <a:ext cx="87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Impact" panose="020B0806030902050204" pitchFamily="34" charset="0"/>
              </a:rPr>
              <a:t>Vissza</a:t>
            </a: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AE52744-6B0C-4AA5-84D2-00E216DA312A}"/>
              </a:ext>
            </a:extLst>
          </p:cNvPr>
          <p:cNvCxnSpPr>
            <a:cxnSpLocks/>
          </p:cNvCxnSpPr>
          <p:nvPr/>
        </p:nvCxnSpPr>
        <p:spPr>
          <a:xfrm>
            <a:off x="446193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3C66121D-0260-44F7-AEBE-3BFB7C676EB1}"/>
              </a:ext>
            </a:extLst>
          </p:cNvPr>
          <p:cNvSpPr txBox="1"/>
          <p:nvPr/>
        </p:nvSpPr>
        <p:spPr>
          <a:xfrm>
            <a:off x="4817184" y="1546754"/>
            <a:ext cx="5206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Arial Black" panose="020B0A04020102020204" pitchFamily="34" charset="0"/>
              </a:rPr>
              <a:t>A települések számát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Arial Black" panose="020B0A04020102020204" pitchFamily="34" charset="0"/>
              </a:rPr>
              <a:t>Az összes lakos férfi-nő eloszlását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Arial Black" panose="020B0A04020102020204" pitchFamily="34" charset="0"/>
              </a:rPr>
              <a:t>Az összes lakos számát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DF5A9E1-6755-4529-A93A-29E4C0C0323C}"/>
              </a:ext>
            </a:extLst>
          </p:cNvPr>
          <p:cNvSpPr txBox="1"/>
          <p:nvPr/>
        </p:nvSpPr>
        <p:spPr>
          <a:xfrm>
            <a:off x="4817184" y="376140"/>
            <a:ext cx="6457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Arial Black" panose="020B0A04020102020204" pitchFamily="34" charset="0"/>
              </a:rPr>
              <a:t>Ebben a menüpontban a program rákérdez a megyekódra, majd információt szolgáltat az ügyfél számára</a:t>
            </a:r>
          </a:p>
        </p:txBody>
      </p:sp>
    </p:spTree>
    <p:extLst>
      <p:ext uri="{BB962C8B-B14F-4D97-AF65-F5344CB8AC3E}">
        <p14:creationId xmlns:p14="http://schemas.microsoft.com/office/powerpoint/2010/main" val="422921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A3D94E-F7F3-4698-8A12-46865233ABE2}"/>
              </a:ext>
            </a:extLst>
          </p:cNvPr>
          <p:cNvSpPr/>
          <p:nvPr/>
        </p:nvSpPr>
        <p:spPr>
          <a:xfrm>
            <a:off x="0" y="0"/>
            <a:ext cx="446193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hlinkClick r:id="rId2" action="ppaction://hlinksldjump"/>
            <a:extLst>
              <a:ext uri="{FF2B5EF4-FFF2-40B4-BE49-F238E27FC236}">
                <a16:creationId xmlns:a16="http://schemas.microsoft.com/office/drawing/2014/main" id="{99B855DB-4288-40FA-8A74-1F91E9D1AAB7}"/>
              </a:ext>
            </a:extLst>
          </p:cNvPr>
          <p:cNvSpPr/>
          <p:nvPr/>
        </p:nvSpPr>
        <p:spPr>
          <a:xfrm>
            <a:off x="119500" y="6435633"/>
            <a:ext cx="1319833" cy="29633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86BF2C-DBCF-49BB-BD4F-7B1336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191"/>
            <a:ext cx="446193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Települések típusai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3B5158E-4FBF-4266-A73E-ED9BEADC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8" y="6469016"/>
            <a:ext cx="229566" cy="229566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B2C46354-5D08-4490-9E8E-5FDB46852711}"/>
              </a:ext>
            </a:extLst>
          </p:cNvPr>
          <p:cNvSpPr txBox="1"/>
          <p:nvPr/>
        </p:nvSpPr>
        <p:spPr>
          <a:xfrm>
            <a:off x="482602" y="6399133"/>
            <a:ext cx="87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Impact" panose="020B0806030902050204" pitchFamily="34" charset="0"/>
              </a:rPr>
              <a:t>Vissza</a:t>
            </a: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AE52744-6B0C-4AA5-84D2-00E216DA312A}"/>
              </a:ext>
            </a:extLst>
          </p:cNvPr>
          <p:cNvCxnSpPr>
            <a:cxnSpLocks/>
          </p:cNvCxnSpPr>
          <p:nvPr/>
        </p:nvCxnSpPr>
        <p:spPr>
          <a:xfrm>
            <a:off x="446193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00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A3D94E-F7F3-4698-8A12-46865233ABE2}"/>
              </a:ext>
            </a:extLst>
          </p:cNvPr>
          <p:cNvSpPr/>
          <p:nvPr/>
        </p:nvSpPr>
        <p:spPr>
          <a:xfrm>
            <a:off x="0" y="0"/>
            <a:ext cx="446193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hlinkClick r:id="rId2" action="ppaction://hlinksldjump"/>
            <a:extLst>
              <a:ext uri="{FF2B5EF4-FFF2-40B4-BE49-F238E27FC236}">
                <a16:creationId xmlns:a16="http://schemas.microsoft.com/office/drawing/2014/main" id="{99B855DB-4288-40FA-8A74-1F91E9D1AAB7}"/>
              </a:ext>
            </a:extLst>
          </p:cNvPr>
          <p:cNvSpPr/>
          <p:nvPr/>
        </p:nvSpPr>
        <p:spPr>
          <a:xfrm>
            <a:off x="119500" y="6435633"/>
            <a:ext cx="1319833" cy="29633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86BF2C-DBCF-49BB-BD4F-7B1336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191"/>
            <a:ext cx="4461933" cy="1325563"/>
          </a:xfrm>
        </p:spPr>
        <p:txBody>
          <a:bodyPr>
            <a:normAutofit/>
          </a:bodyPr>
          <a:lstStyle/>
          <a:p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Megye adatai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3B5158E-4FBF-4266-A73E-ED9BEADC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8" y="6469016"/>
            <a:ext cx="229566" cy="229566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B2C46354-5D08-4490-9E8E-5FDB46852711}"/>
              </a:ext>
            </a:extLst>
          </p:cNvPr>
          <p:cNvSpPr txBox="1"/>
          <p:nvPr/>
        </p:nvSpPr>
        <p:spPr>
          <a:xfrm>
            <a:off x="482602" y="6399133"/>
            <a:ext cx="87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Impact" panose="020B0806030902050204" pitchFamily="34" charset="0"/>
              </a:rPr>
              <a:t>Vissza</a:t>
            </a: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AE52744-6B0C-4AA5-84D2-00E216DA312A}"/>
              </a:ext>
            </a:extLst>
          </p:cNvPr>
          <p:cNvCxnSpPr>
            <a:cxnSpLocks/>
          </p:cNvCxnSpPr>
          <p:nvPr/>
        </p:nvCxnSpPr>
        <p:spPr>
          <a:xfrm>
            <a:off x="446193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58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Szélesvásznú</PresentationFormat>
  <Paragraphs>15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Impact</vt:lpstr>
      <vt:lpstr>Office-téma</vt:lpstr>
      <vt:lpstr>Magyarország 2025-ös népessége</vt:lpstr>
      <vt:lpstr>Menüpont választó</vt:lpstr>
      <vt:lpstr>Megye adatai</vt:lpstr>
      <vt:lpstr>Települések típusai</vt:lpstr>
      <vt:lpstr>Megye adatai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Magyarország 2025-ös népessége</dc:title>
  <dc:creator>Ungai Zoltán</dc:creator>
  <cp:lastModifiedBy>Ungai Zoltán</cp:lastModifiedBy>
  <cp:revision>9</cp:revision>
  <dcterms:created xsi:type="dcterms:W3CDTF">2026-09-11T07:06:04Z</dcterms:created>
  <dcterms:modified xsi:type="dcterms:W3CDTF">2026-09-11T08:07:47Z</dcterms:modified>
</cp:coreProperties>
</file>