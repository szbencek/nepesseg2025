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E41B44-F3E8-472F-8815-87A129D0009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8CD22D8-8B38-45FD-9799-CB85B5D648DC}">
      <dgm:prSet phldrT="[Szöveg]"/>
      <dgm:spPr>
        <a:solidFill>
          <a:schemeClr val="bg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hu-HU" dirty="0">
              <a:solidFill>
                <a:schemeClr val="tx1"/>
              </a:solidFill>
              <a:latin typeface="Arial Black" panose="020B0A04020102020204" pitchFamily="34" charset="0"/>
            </a:rPr>
            <a:t>Megyekód</a:t>
          </a:r>
        </a:p>
      </dgm:t>
    </dgm:pt>
    <dgm:pt modelId="{273279AD-75CF-45DB-8771-9DA03ECF9E6D}" type="parTrans" cxnId="{99CF1832-D261-4948-8639-4124B0F1CD01}">
      <dgm:prSet/>
      <dgm:spPr/>
      <dgm:t>
        <a:bodyPr/>
        <a:lstStyle/>
        <a:p>
          <a:endParaRPr lang="hu-HU"/>
        </a:p>
      </dgm:t>
    </dgm:pt>
    <dgm:pt modelId="{A3710CDF-BCE6-440C-9F8D-AD6EBC404BA0}" type="sibTrans" cxnId="{99CF1832-D261-4948-8639-4124B0F1CD01}">
      <dgm:prSet/>
      <dgm:spPr>
        <a:solidFill>
          <a:schemeClr val="bg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hu-HU"/>
        </a:p>
      </dgm:t>
    </dgm:pt>
    <dgm:pt modelId="{58B3022F-1171-484A-9D0C-8EB00AD59CF3}">
      <dgm:prSet phldrT="[Szöveg]"/>
      <dgm:spPr>
        <a:solidFill>
          <a:schemeClr val="bg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hu-HU" dirty="0">
              <a:solidFill>
                <a:schemeClr val="tx1"/>
              </a:solidFill>
              <a:latin typeface="Arial Black" panose="020B0A04020102020204" pitchFamily="34" charset="0"/>
            </a:rPr>
            <a:t>Települések száma</a:t>
          </a:r>
        </a:p>
      </dgm:t>
    </dgm:pt>
    <dgm:pt modelId="{1EA2F9F3-93D3-4EEF-8616-04D0D824685F}" type="parTrans" cxnId="{5D9E927D-E4EB-4E14-95B9-0F738FA6F7DB}">
      <dgm:prSet/>
      <dgm:spPr/>
      <dgm:t>
        <a:bodyPr/>
        <a:lstStyle/>
        <a:p>
          <a:endParaRPr lang="hu-HU"/>
        </a:p>
      </dgm:t>
    </dgm:pt>
    <dgm:pt modelId="{523ECE20-6DD6-43C9-927E-A4313AEFD6B5}" type="sibTrans" cxnId="{5D9E927D-E4EB-4E14-95B9-0F738FA6F7DB}">
      <dgm:prSet/>
      <dgm:spPr>
        <a:solidFill>
          <a:schemeClr val="bg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hu-HU"/>
        </a:p>
      </dgm:t>
    </dgm:pt>
    <dgm:pt modelId="{306D0F69-4D3F-4F7B-981F-072BFD3E9C83}">
      <dgm:prSet phldrT="[Szöveg]"/>
      <dgm:spPr>
        <a:solidFill>
          <a:schemeClr val="bg1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hu-HU" dirty="0">
              <a:solidFill>
                <a:schemeClr val="tx1"/>
              </a:solidFill>
              <a:latin typeface="Arial Black" panose="020B0A04020102020204" pitchFamily="34" charset="0"/>
            </a:rPr>
            <a:t>Lakosok</a:t>
          </a:r>
          <a:r>
            <a:rPr lang="hu-HU" dirty="0"/>
            <a:t> </a:t>
          </a:r>
          <a:r>
            <a:rPr lang="hu-HU" dirty="0">
              <a:solidFill>
                <a:schemeClr val="tx1"/>
              </a:solidFill>
              <a:latin typeface="Arial Black" panose="020B0A04020102020204" pitchFamily="34" charset="0"/>
            </a:rPr>
            <a:t>száma</a:t>
          </a:r>
        </a:p>
      </dgm:t>
    </dgm:pt>
    <dgm:pt modelId="{879DD50D-9798-4D88-BC57-81463FC33899}" type="parTrans" cxnId="{C39B9373-95C6-4430-838F-887FEF72C74E}">
      <dgm:prSet/>
      <dgm:spPr/>
      <dgm:t>
        <a:bodyPr/>
        <a:lstStyle/>
        <a:p>
          <a:endParaRPr lang="hu-HU"/>
        </a:p>
      </dgm:t>
    </dgm:pt>
    <dgm:pt modelId="{C645AA0B-B8F0-49EB-AE8A-883C028BE2B6}" type="sibTrans" cxnId="{C39B9373-95C6-4430-838F-887FEF72C74E}">
      <dgm:prSet/>
      <dgm:spPr/>
      <dgm:t>
        <a:bodyPr/>
        <a:lstStyle/>
        <a:p>
          <a:endParaRPr lang="hu-HU"/>
        </a:p>
      </dgm:t>
    </dgm:pt>
    <dgm:pt modelId="{8B5293A6-B863-42B1-BA17-FDB09F21C081}" type="pres">
      <dgm:prSet presAssocID="{FDE41B44-F3E8-472F-8815-87A129D00093}" presName="Name0" presStyleCnt="0">
        <dgm:presLayoutVars>
          <dgm:dir/>
          <dgm:resizeHandles val="exact"/>
        </dgm:presLayoutVars>
      </dgm:prSet>
      <dgm:spPr/>
    </dgm:pt>
    <dgm:pt modelId="{CDAB1546-4BDB-4825-89F6-52E3C25C4CE2}" type="pres">
      <dgm:prSet presAssocID="{88CD22D8-8B38-45FD-9799-CB85B5D648DC}" presName="node" presStyleLbl="node1" presStyleIdx="0" presStyleCnt="3">
        <dgm:presLayoutVars>
          <dgm:bulletEnabled val="1"/>
        </dgm:presLayoutVars>
      </dgm:prSet>
      <dgm:spPr/>
    </dgm:pt>
    <dgm:pt modelId="{CCB76FBC-A8DB-4228-A7D2-0C466BD1F6D7}" type="pres">
      <dgm:prSet presAssocID="{A3710CDF-BCE6-440C-9F8D-AD6EBC404BA0}" presName="sibTrans" presStyleLbl="sibTrans2D1" presStyleIdx="0" presStyleCnt="2"/>
      <dgm:spPr/>
    </dgm:pt>
    <dgm:pt modelId="{1D6CF087-464E-415A-8C92-DD0E0B80A685}" type="pres">
      <dgm:prSet presAssocID="{A3710CDF-BCE6-440C-9F8D-AD6EBC404BA0}" presName="connectorText" presStyleLbl="sibTrans2D1" presStyleIdx="0" presStyleCnt="2"/>
      <dgm:spPr/>
    </dgm:pt>
    <dgm:pt modelId="{86A9877E-CECE-480F-9CC9-C7BBCC89FB21}" type="pres">
      <dgm:prSet presAssocID="{58B3022F-1171-484A-9D0C-8EB00AD59CF3}" presName="node" presStyleLbl="node1" presStyleIdx="1" presStyleCnt="3">
        <dgm:presLayoutVars>
          <dgm:bulletEnabled val="1"/>
        </dgm:presLayoutVars>
      </dgm:prSet>
      <dgm:spPr/>
    </dgm:pt>
    <dgm:pt modelId="{456E5243-5EC2-4C07-9FDB-B1CF944E1328}" type="pres">
      <dgm:prSet presAssocID="{523ECE20-6DD6-43C9-927E-A4313AEFD6B5}" presName="sibTrans" presStyleLbl="sibTrans2D1" presStyleIdx="1" presStyleCnt="2"/>
      <dgm:spPr/>
    </dgm:pt>
    <dgm:pt modelId="{D3257C8D-92E7-455A-92A8-DE000EDD5105}" type="pres">
      <dgm:prSet presAssocID="{523ECE20-6DD6-43C9-927E-A4313AEFD6B5}" presName="connectorText" presStyleLbl="sibTrans2D1" presStyleIdx="1" presStyleCnt="2"/>
      <dgm:spPr/>
    </dgm:pt>
    <dgm:pt modelId="{A6F2643D-915F-45D3-A7C9-5649CFE1D25A}" type="pres">
      <dgm:prSet presAssocID="{306D0F69-4D3F-4F7B-981F-072BFD3E9C83}" presName="node" presStyleLbl="node1" presStyleIdx="2" presStyleCnt="3">
        <dgm:presLayoutVars>
          <dgm:bulletEnabled val="1"/>
        </dgm:presLayoutVars>
      </dgm:prSet>
      <dgm:spPr/>
    </dgm:pt>
  </dgm:ptLst>
  <dgm:cxnLst>
    <dgm:cxn modelId="{31DCB006-8A5F-4895-A26B-47BDA26DBD34}" type="presOf" srcId="{523ECE20-6DD6-43C9-927E-A4313AEFD6B5}" destId="{D3257C8D-92E7-455A-92A8-DE000EDD5105}" srcOrd="1" destOrd="0" presId="urn:microsoft.com/office/officeart/2005/8/layout/process1"/>
    <dgm:cxn modelId="{048DA30F-B1A9-4545-90EC-9655B5E2B460}" type="presOf" srcId="{A3710CDF-BCE6-440C-9F8D-AD6EBC404BA0}" destId="{CCB76FBC-A8DB-4228-A7D2-0C466BD1F6D7}" srcOrd="0" destOrd="0" presId="urn:microsoft.com/office/officeart/2005/8/layout/process1"/>
    <dgm:cxn modelId="{99CF1832-D261-4948-8639-4124B0F1CD01}" srcId="{FDE41B44-F3E8-472F-8815-87A129D00093}" destId="{88CD22D8-8B38-45FD-9799-CB85B5D648DC}" srcOrd="0" destOrd="0" parTransId="{273279AD-75CF-45DB-8771-9DA03ECF9E6D}" sibTransId="{A3710CDF-BCE6-440C-9F8D-AD6EBC404BA0}"/>
    <dgm:cxn modelId="{675EFC34-2513-43A3-9E4C-D02E5F6DB856}" type="presOf" srcId="{523ECE20-6DD6-43C9-927E-A4313AEFD6B5}" destId="{456E5243-5EC2-4C07-9FDB-B1CF944E1328}" srcOrd="0" destOrd="0" presId="urn:microsoft.com/office/officeart/2005/8/layout/process1"/>
    <dgm:cxn modelId="{C39B9373-95C6-4430-838F-887FEF72C74E}" srcId="{FDE41B44-F3E8-472F-8815-87A129D00093}" destId="{306D0F69-4D3F-4F7B-981F-072BFD3E9C83}" srcOrd="2" destOrd="0" parTransId="{879DD50D-9798-4D88-BC57-81463FC33899}" sibTransId="{C645AA0B-B8F0-49EB-AE8A-883C028BE2B6}"/>
    <dgm:cxn modelId="{5D9E927D-E4EB-4E14-95B9-0F738FA6F7DB}" srcId="{FDE41B44-F3E8-472F-8815-87A129D00093}" destId="{58B3022F-1171-484A-9D0C-8EB00AD59CF3}" srcOrd="1" destOrd="0" parTransId="{1EA2F9F3-93D3-4EEF-8616-04D0D824685F}" sibTransId="{523ECE20-6DD6-43C9-927E-A4313AEFD6B5}"/>
    <dgm:cxn modelId="{3AE580BF-076C-4F78-A2A8-895276AB7ED1}" type="presOf" srcId="{FDE41B44-F3E8-472F-8815-87A129D00093}" destId="{8B5293A6-B863-42B1-BA17-FDB09F21C081}" srcOrd="0" destOrd="0" presId="urn:microsoft.com/office/officeart/2005/8/layout/process1"/>
    <dgm:cxn modelId="{901361DA-EED3-4558-9411-B910D870BEA5}" type="presOf" srcId="{88CD22D8-8B38-45FD-9799-CB85B5D648DC}" destId="{CDAB1546-4BDB-4825-89F6-52E3C25C4CE2}" srcOrd="0" destOrd="0" presId="urn:microsoft.com/office/officeart/2005/8/layout/process1"/>
    <dgm:cxn modelId="{064479DB-292D-4F74-8181-8DF96C037D3D}" type="presOf" srcId="{A3710CDF-BCE6-440C-9F8D-AD6EBC404BA0}" destId="{1D6CF087-464E-415A-8C92-DD0E0B80A685}" srcOrd="1" destOrd="0" presId="urn:microsoft.com/office/officeart/2005/8/layout/process1"/>
    <dgm:cxn modelId="{4EC383DB-F176-4717-AF7B-405F0CE7C830}" type="presOf" srcId="{306D0F69-4D3F-4F7B-981F-072BFD3E9C83}" destId="{A6F2643D-915F-45D3-A7C9-5649CFE1D25A}" srcOrd="0" destOrd="0" presId="urn:microsoft.com/office/officeart/2005/8/layout/process1"/>
    <dgm:cxn modelId="{A4EF6CE9-6106-4B57-9146-B6155E19ECCF}" type="presOf" srcId="{58B3022F-1171-484A-9D0C-8EB00AD59CF3}" destId="{86A9877E-CECE-480F-9CC9-C7BBCC89FB21}" srcOrd="0" destOrd="0" presId="urn:microsoft.com/office/officeart/2005/8/layout/process1"/>
    <dgm:cxn modelId="{10264F64-2E96-42F2-961E-A7AC9FA7C080}" type="presParOf" srcId="{8B5293A6-B863-42B1-BA17-FDB09F21C081}" destId="{CDAB1546-4BDB-4825-89F6-52E3C25C4CE2}" srcOrd="0" destOrd="0" presId="urn:microsoft.com/office/officeart/2005/8/layout/process1"/>
    <dgm:cxn modelId="{1A6FA3A6-0F1B-418A-AB30-8B42FFBC697E}" type="presParOf" srcId="{8B5293A6-B863-42B1-BA17-FDB09F21C081}" destId="{CCB76FBC-A8DB-4228-A7D2-0C466BD1F6D7}" srcOrd="1" destOrd="0" presId="urn:microsoft.com/office/officeart/2005/8/layout/process1"/>
    <dgm:cxn modelId="{CE0C54F5-2787-4E28-9741-89421A9027F8}" type="presParOf" srcId="{CCB76FBC-A8DB-4228-A7D2-0C466BD1F6D7}" destId="{1D6CF087-464E-415A-8C92-DD0E0B80A685}" srcOrd="0" destOrd="0" presId="urn:microsoft.com/office/officeart/2005/8/layout/process1"/>
    <dgm:cxn modelId="{48683986-CDD7-4809-8C3B-8533F8157F04}" type="presParOf" srcId="{8B5293A6-B863-42B1-BA17-FDB09F21C081}" destId="{86A9877E-CECE-480F-9CC9-C7BBCC89FB21}" srcOrd="2" destOrd="0" presId="urn:microsoft.com/office/officeart/2005/8/layout/process1"/>
    <dgm:cxn modelId="{41F6C590-7BA4-4000-93CB-73DF0633FD53}" type="presParOf" srcId="{8B5293A6-B863-42B1-BA17-FDB09F21C081}" destId="{456E5243-5EC2-4C07-9FDB-B1CF944E1328}" srcOrd="3" destOrd="0" presId="urn:microsoft.com/office/officeart/2005/8/layout/process1"/>
    <dgm:cxn modelId="{BC1BB771-3E82-43CB-9990-C589E73E0059}" type="presParOf" srcId="{456E5243-5EC2-4C07-9FDB-B1CF944E1328}" destId="{D3257C8D-92E7-455A-92A8-DE000EDD5105}" srcOrd="0" destOrd="0" presId="urn:microsoft.com/office/officeart/2005/8/layout/process1"/>
    <dgm:cxn modelId="{B3206014-C539-4626-894C-D999A606012F}" type="presParOf" srcId="{8B5293A6-B863-42B1-BA17-FDB09F21C081}" destId="{A6F2643D-915F-45D3-A7C9-5649CFE1D25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B1546-4BDB-4825-89F6-52E3C25C4CE2}">
      <dsp:nvSpPr>
        <dsp:cNvPr id="0" name=""/>
        <dsp:cNvSpPr/>
      </dsp:nvSpPr>
      <dsp:spPr>
        <a:xfrm>
          <a:off x="6323" y="563293"/>
          <a:ext cx="1890022" cy="1134013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>
              <a:solidFill>
                <a:schemeClr val="tx1"/>
              </a:solidFill>
              <a:latin typeface="Arial Black" panose="020B0A04020102020204" pitchFamily="34" charset="0"/>
            </a:rPr>
            <a:t>Megyekód</a:t>
          </a:r>
        </a:p>
      </dsp:txBody>
      <dsp:txXfrm>
        <a:off x="39537" y="596507"/>
        <a:ext cx="1823594" cy="1067585"/>
      </dsp:txXfrm>
    </dsp:sp>
    <dsp:sp modelId="{CCB76FBC-A8DB-4228-A7D2-0C466BD1F6D7}">
      <dsp:nvSpPr>
        <dsp:cNvPr id="0" name=""/>
        <dsp:cNvSpPr/>
      </dsp:nvSpPr>
      <dsp:spPr>
        <a:xfrm>
          <a:off x="2085348" y="895937"/>
          <a:ext cx="400684" cy="468725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500" kern="1200"/>
        </a:p>
      </dsp:txBody>
      <dsp:txXfrm>
        <a:off x="2085348" y="989682"/>
        <a:ext cx="280479" cy="281235"/>
      </dsp:txXfrm>
    </dsp:sp>
    <dsp:sp modelId="{86A9877E-CECE-480F-9CC9-C7BBCC89FB21}">
      <dsp:nvSpPr>
        <dsp:cNvPr id="0" name=""/>
        <dsp:cNvSpPr/>
      </dsp:nvSpPr>
      <dsp:spPr>
        <a:xfrm>
          <a:off x="2652355" y="563293"/>
          <a:ext cx="1890022" cy="1134013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>
              <a:solidFill>
                <a:schemeClr val="tx1"/>
              </a:solidFill>
              <a:latin typeface="Arial Black" panose="020B0A04020102020204" pitchFamily="34" charset="0"/>
            </a:rPr>
            <a:t>Települések száma</a:t>
          </a:r>
        </a:p>
      </dsp:txBody>
      <dsp:txXfrm>
        <a:off x="2685569" y="596507"/>
        <a:ext cx="1823594" cy="1067585"/>
      </dsp:txXfrm>
    </dsp:sp>
    <dsp:sp modelId="{456E5243-5EC2-4C07-9FDB-B1CF944E1328}">
      <dsp:nvSpPr>
        <dsp:cNvPr id="0" name=""/>
        <dsp:cNvSpPr/>
      </dsp:nvSpPr>
      <dsp:spPr>
        <a:xfrm>
          <a:off x="4731380" y="895937"/>
          <a:ext cx="400684" cy="468725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500" kern="1200"/>
        </a:p>
      </dsp:txBody>
      <dsp:txXfrm>
        <a:off x="4731380" y="989682"/>
        <a:ext cx="280479" cy="281235"/>
      </dsp:txXfrm>
    </dsp:sp>
    <dsp:sp modelId="{A6F2643D-915F-45D3-A7C9-5649CFE1D25A}">
      <dsp:nvSpPr>
        <dsp:cNvPr id="0" name=""/>
        <dsp:cNvSpPr/>
      </dsp:nvSpPr>
      <dsp:spPr>
        <a:xfrm>
          <a:off x="5298386" y="563293"/>
          <a:ext cx="1890022" cy="1134013"/>
        </a:xfrm>
        <a:prstGeom prst="roundRect">
          <a:avLst>
            <a:gd name="adj" fmla="val 1000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>
              <a:solidFill>
                <a:schemeClr val="tx1"/>
              </a:solidFill>
              <a:latin typeface="Arial Black" panose="020B0A04020102020204" pitchFamily="34" charset="0"/>
            </a:rPr>
            <a:t>Lakosok</a:t>
          </a:r>
          <a:r>
            <a:rPr lang="hu-HU" sz="1900" kern="1200" dirty="0"/>
            <a:t> </a:t>
          </a:r>
          <a:r>
            <a:rPr lang="hu-HU" sz="1900" kern="1200" dirty="0">
              <a:solidFill>
                <a:schemeClr val="tx1"/>
              </a:solidFill>
              <a:latin typeface="Arial Black" panose="020B0A04020102020204" pitchFamily="34" charset="0"/>
            </a:rPr>
            <a:t>száma</a:t>
          </a:r>
        </a:p>
      </dsp:txBody>
      <dsp:txXfrm>
        <a:off x="5331600" y="596507"/>
        <a:ext cx="1823594" cy="1067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B2F059-DF73-426E-96FC-F91FE4F15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1ED0868-1D26-4602-B623-7144792D0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849ED8-7023-44ED-9740-E96AFD501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2605AB-E7F3-4FFD-A43E-59C77EBA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43CC01-10C7-411D-9181-2771A009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1008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5833FB-F0FA-48BD-B3B2-A7B3BABF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285146-C45C-441C-85DF-959EF4AC1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F3512F9-4915-4F98-A1FD-E1DCD5CF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E110210-5C49-44D0-9140-87F1A7E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3028B3-65F8-4589-A424-33D7D3A8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725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8A03EE-FBC1-48DF-8897-9D6B925E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A1456FA-08CB-437E-9441-45F431580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1A0601B-B19A-49A7-BED8-2A9BD697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109964-B3B4-4040-996B-6D71786D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6620DB-34F4-4099-BA1E-21E6F873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90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294944-E8EE-422A-9EF3-0FE26687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269CEC-E785-48D8-A4FF-8932FB301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54BCE4-77E4-465C-98EE-0326D025A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8BD873F-077B-4B54-9E01-22F3D1B73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8313F63-6220-4A31-AAD2-494D23EE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FB4C1B-71AD-4EED-AFC6-8DA490BDF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972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50FC1-313B-4A17-B530-109A817A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68F582-EC72-48AA-A76C-FF851B249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2DFAC1F-9AE4-45CE-B81B-E497FDB23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3529C4A-0B87-4F1D-B509-48B7D438A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CAE581A-67CA-405F-AA16-EDD6FB21E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CC922C8-69D3-4562-B205-66D3BABA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1ABC14E-1835-4173-9B5F-83B4FA86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BCD05D9-B938-4A80-BC38-1F628581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196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0BF3FD-F3CC-4EE5-ABCC-245CA0D7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10125A3-C224-4395-9822-4FFF27E2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FB98CBD-EFD0-41C4-AE72-E8A72C052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2473807-9E7B-41CD-8490-04E673F4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46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4C4A5D4-8C63-448B-A3CF-8BC44EECF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5DBF615-622C-4144-B6EA-26EE134D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E698829-298C-4600-AE05-86C3C7D3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84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523154-7982-4F75-91C4-5607A3FA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BF8046-1948-42A4-B9E3-55501B6F0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0A26F53-4FBE-493B-9B39-775587FB0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17CCD9D-9D02-45A0-AFAE-668CE8A6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B489363-85AD-45CC-8500-691D1EF8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86A47C7-9820-477A-82CA-7319751D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1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FC3696-B874-4BC9-A7AE-E685DAD1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B879696-1FC8-46C2-BD5B-B54DAFAE3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55805BB-80B2-41D5-965C-88C8107CC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0D922B2-98B4-4B21-A1C6-4287E680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A3DF7B7-4734-4DD6-B1D1-D4817304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9876439-329C-4BA9-A966-92995321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630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65A725-A287-4DE1-93FF-111679F7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BADF8E5-27F4-490C-9B6F-679C5576D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458EC5-D9B9-4887-B3AE-7C5F642C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159C0E5-0B11-486C-B073-A73064BA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4419C31-F7F2-4853-B3F1-597FEDE0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085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3D0D1D7-2F36-4AC1-8C8C-B99E0B7F7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8DA5F7B-C383-4A23-98D1-9CCDB6B06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4F134F-3FD0-4F92-BB75-B8DE44F2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13E1ED-3DBE-40F5-B7AF-F342C126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9752F6-3A7F-4867-B598-02574071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077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F2AAB1C-F91A-4733-AADB-2AA422B3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4788128-D489-4324-953A-5DADCB53B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6BCB67B-E05A-4EA9-9289-64B44F901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EDCD4-395B-4C9B-BA6D-AA0439BDF8B8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E410B42-0521-47B9-BCDD-E18F450EF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D18D00-CB60-4C6A-BCE8-9AA47D1F6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44A92-1207-4503-A226-CAAD0E1D30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504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gyar Zászló">
            <a:extLst>
              <a:ext uri="{FF2B5EF4-FFF2-40B4-BE49-F238E27FC236}">
                <a16:creationId xmlns:a16="http://schemas.microsoft.com/office/drawing/2014/main" id="{11CA8C94-8085-423E-82E8-E7A3E62B4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86847"/>
            <a:ext cx="12192000" cy="9144000"/>
          </a:xfrm>
          <a:prstGeom prst="rect">
            <a:avLst/>
          </a:prstGeom>
          <a:noFill/>
          <a:effectLst>
            <a:reflection stA="45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9297826-565F-45AD-AD3C-28829EBE4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82886"/>
            <a:ext cx="9144000" cy="1761067"/>
          </a:xfrm>
        </p:spPr>
        <p:txBody>
          <a:bodyPr/>
          <a:lstStyle/>
          <a:p>
            <a:r>
              <a:rPr lang="hu-HU" dirty="0">
                <a:latin typeface="Impact" panose="020B0806030902050204" pitchFamily="34" charset="0"/>
              </a:rPr>
              <a:t>Magyarország 2025-ös</a:t>
            </a:r>
            <a:br>
              <a:rPr lang="hu-HU" dirty="0">
                <a:latin typeface="Impact" panose="020B0806030902050204" pitchFamily="34" charset="0"/>
              </a:rPr>
            </a:br>
            <a:r>
              <a:rPr lang="hu-HU" dirty="0">
                <a:latin typeface="Impact" panose="020B0806030902050204" pitchFamily="34" charset="0"/>
              </a:rPr>
              <a:t>népessége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415E60D-40C5-4752-A9CA-18DBF70A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3125"/>
            <a:ext cx="9144000" cy="436562"/>
          </a:xfrm>
        </p:spPr>
        <p:txBody>
          <a:bodyPr>
            <a:normAutofit/>
          </a:bodyPr>
          <a:lstStyle/>
          <a:p>
            <a:r>
              <a:rPr lang="hu-HU" sz="2000" dirty="0">
                <a:latin typeface="Impact" panose="020B0806030902050204" pitchFamily="34" charset="0"/>
              </a:rPr>
              <a:t>Készítette: Ungai Zoltán, Szabó Bence Kálmán</a:t>
            </a:r>
          </a:p>
        </p:txBody>
      </p: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A7A314B2-A2D0-4BDB-8943-9B41098667E1}"/>
              </a:ext>
            </a:extLst>
          </p:cNvPr>
          <p:cNvGrpSpPr/>
          <p:nvPr/>
        </p:nvGrpSpPr>
        <p:grpSpPr>
          <a:xfrm>
            <a:off x="-4461933" y="0"/>
            <a:ext cx="4461933" cy="6858000"/>
            <a:chOff x="0" y="0"/>
            <a:chExt cx="4461933" cy="6858000"/>
          </a:xfrm>
        </p:grpSpPr>
        <p:grpSp>
          <p:nvGrpSpPr>
            <p:cNvPr id="10" name="Csoportba foglalás 9">
              <a:extLst>
                <a:ext uri="{FF2B5EF4-FFF2-40B4-BE49-F238E27FC236}">
                  <a16:creationId xmlns:a16="http://schemas.microsoft.com/office/drawing/2014/main" id="{E33834BE-F921-49DB-A6B3-D648644C68BE}"/>
                </a:ext>
              </a:extLst>
            </p:cNvPr>
            <p:cNvGrpSpPr/>
            <p:nvPr/>
          </p:nvGrpSpPr>
          <p:grpSpPr>
            <a:xfrm>
              <a:off x="0" y="0"/>
              <a:ext cx="4461933" cy="6858000"/>
              <a:chOff x="0" y="0"/>
              <a:chExt cx="4461933" cy="6858000"/>
            </a:xfrm>
          </p:grpSpPr>
          <p:sp>
            <p:nvSpPr>
              <p:cNvPr id="12" name="Téglalap 11">
                <a:extLst>
                  <a:ext uri="{FF2B5EF4-FFF2-40B4-BE49-F238E27FC236}">
                    <a16:creationId xmlns:a16="http://schemas.microsoft.com/office/drawing/2014/main" id="{1E7C84FD-4BBC-4EC0-8778-09D23C5D6119}"/>
                  </a:ext>
                </a:extLst>
              </p:cNvPr>
              <p:cNvSpPr/>
              <p:nvPr/>
            </p:nvSpPr>
            <p:spPr>
              <a:xfrm>
                <a:off x="0" y="0"/>
                <a:ext cx="4461933" cy="685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3" name="Cím 1">
                <a:extLst>
                  <a:ext uri="{FF2B5EF4-FFF2-40B4-BE49-F238E27FC236}">
                    <a16:creationId xmlns:a16="http://schemas.microsoft.com/office/drawing/2014/main" id="{AA127023-DDB0-40CE-95C0-E3D130DD4E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21191"/>
                <a:ext cx="4461933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hu-HU" sz="6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Használata</a:t>
                </a:r>
              </a:p>
            </p:txBody>
          </p:sp>
        </p:grpSp>
        <p:cxnSp>
          <p:nvCxnSpPr>
            <p:cNvPr id="11" name="Egyenes összekötő 10">
              <a:extLst>
                <a:ext uri="{FF2B5EF4-FFF2-40B4-BE49-F238E27FC236}">
                  <a16:creationId xmlns:a16="http://schemas.microsoft.com/office/drawing/2014/main" id="{9F70A6D6-8A11-4177-8425-710CC4A9D2D3}"/>
                </a:ext>
              </a:extLst>
            </p:cNvPr>
            <p:cNvCxnSpPr>
              <a:cxnSpLocks/>
            </p:cNvCxnSpPr>
            <p:nvPr/>
          </p:nvCxnSpPr>
          <p:spPr>
            <a:xfrm>
              <a:off x="4461933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181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8009D334-2AB9-A3A2-403C-7E5555AFC45F}"/>
              </a:ext>
            </a:extLst>
          </p:cNvPr>
          <p:cNvSpPr/>
          <p:nvPr/>
        </p:nvSpPr>
        <p:spPr>
          <a:xfrm>
            <a:off x="5202302" y="5093037"/>
            <a:ext cx="6128334" cy="7176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E8782545-113C-E27C-CDFC-BC9686C20816}"/>
              </a:ext>
            </a:extLst>
          </p:cNvPr>
          <p:cNvSpPr/>
          <p:nvPr/>
        </p:nvSpPr>
        <p:spPr>
          <a:xfrm>
            <a:off x="5105404" y="3368863"/>
            <a:ext cx="6506024" cy="7176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AE52744-6B0C-4AA5-84D2-00E216DA312A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>
            <a:extLst>
              <a:ext uri="{FF2B5EF4-FFF2-40B4-BE49-F238E27FC236}">
                <a16:creationId xmlns:a16="http://schemas.microsoft.com/office/drawing/2014/main" id="{A8365B27-9E0A-4FA9-B929-51C28DCD0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827" y="1127136"/>
            <a:ext cx="5897812" cy="1584202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53D9569-56F4-4770-9281-62E9E44EB8B3}"/>
              </a:ext>
            </a:extLst>
          </p:cNvPr>
          <p:cNvSpPr txBox="1"/>
          <p:nvPr/>
        </p:nvSpPr>
        <p:spPr>
          <a:xfrm>
            <a:off x="5763546" y="237640"/>
            <a:ext cx="5286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>
                <a:latin typeface="Arial Black" panose="020B0A04020102020204" pitchFamily="34" charset="0"/>
              </a:rPr>
              <a:t>A program így fogad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ED08851B-BBCE-43AD-A989-1EE2BE4B39CA}"/>
              </a:ext>
            </a:extLst>
          </p:cNvPr>
          <p:cNvSpPr txBox="1"/>
          <p:nvPr/>
        </p:nvSpPr>
        <p:spPr>
          <a:xfrm>
            <a:off x="5202302" y="3496863"/>
            <a:ext cx="6409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latin typeface="Impact" panose="020B0806030902050204" pitchFamily="34" charset="0"/>
              </a:rPr>
              <a:t>A felhasználó  beírja a kívánt menüpont sorszámát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8130DD11-FAC8-496A-9C66-69D7FE69DE08}"/>
              </a:ext>
            </a:extLst>
          </p:cNvPr>
          <p:cNvSpPr txBox="1"/>
          <p:nvPr/>
        </p:nvSpPr>
        <p:spPr>
          <a:xfrm>
            <a:off x="5303027" y="5218231"/>
            <a:ext cx="6027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latin typeface="Impact" panose="020B0806030902050204" pitchFamily="34" charset="0"/>
              </a:rPr>
              <a:t>Megjelenik a menüpont használható formában</a:t>
            </a:r>
          </a:p>
        </p:txBody>
      </p:sp>
      <p:sp>
        <p:nvSpPr>
          <p:cNvPr id="19" name="Nyíl: lefelé mutató 18">
            <a:extLst>
              <a:ext uri="{FF2B5EF4-FFF2-40B4-BE49-F238E27FC236}">
                <a16:creationId xmlns:a16="http://schemas.microsoft.com/office/drawing/2014/main" id="{8E5E2430-D26E-4B3E-952B-3D513F801618}"/>
              </a:ext>
            </a:extLst>
          </p:cNvPr>
          <p:cNvSpPr/>
          <p:nvPr/>
        </p:nvSpPr>
        <p:spPr>
          <a:xfrm>
            <a:off x="8015205" y="4176639"/>
            <a:ext cx="603255" cy="826285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98A623AE-07BC-462B-BCFE-D8A85E3250D6}"/>
              </a:ext>
            </a:extLst>
          </p:cNvPr>
          <p:cNvGrpSpPr/>
          <p:nvPr/>
        </p:nvGrpSpPr>
        <p:grpSpPr>
          <a:xfrm>
            <a:off x="0" y="0"/>
            <a:ext cx="4461933" cy="6858000"/>
            <a:chOff x="0" y="0"/>
            <a:chExt cx="4461933" cy="6858000"/>
          </a:xfrm>
        </p:grpSpPr>
        <p:grpSp>
          <p:nvGrpSpPr>
            <p:cNvPr id="26" name="Csoportba foglalás 25">
              <a:extLst>
                <a:ext uri="{FF2B5EF4-FFF2-40B4-BE49-F238E27FC236}">
                  <a16:creationId xmlns:a16="http://schemas.microsoft.com/office/drawing/2014/main" id="{C9609692-FF70-4704-B48F-7D08F440E283}"/>
                </a:ext>
              </a:extLst>
            </p:cNvPr>
            <p:cNvGrpSpPr/>
            <p:nvPr/>
          </p:nvGrpSpPr>
          <p:grpSpPr>
            <a:xfrm>
              <a:off x="0" y="0"/>
              <a:ext cx="4461933" cy="6858000"/>
              <a:chOff x="0" y="0"/>
              <a:chExt cx="4461933" cy="6858000"/>
            </a:xfrm>
          </p:grpSpPr>
          <p:sp>
            <p:nvSpPr>
              <p:cNvPr id="25" name="Téglalap 24">
                <a:extLst>
                  <a:ext uri="{FF2B5EF4-FFF2-40B4-BE49-F238E27FC236}">
                    <a16:creationId xmlns:a16="http://schemas.microsoft.com/office/drawing/2014/main" id="{2EBE58D9-3C0F-488A-8B57-C118395EFC35}"/>
                  </a:ext>
                </a:extLst>
              </p:cNvPr>
              <p:cNvSpPr/>
              <p:nvPr/>
            </p:nvSpPr>
            <p:spPr>
              <a:xfrm>
                <a:off x="0" y="0"/>
                <a:ext cx="4461933" cy="6858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21" name="Cím 1">
                <a:extLst>
                  <a:ext uri="{FF2B5EF4-FFF2-40B4-BE49-F238E27FC236}">
                    <a16:creationId xmlns:a16="http://schemas.microsoft.com/office/drawing/2014/main" id="{9E5A7A77-9413-45D7-A609-9CA6CB03E5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21191"/>
                <a:ext cx="4461933" cy="132556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hu-HU" sz="6000" dirty="0">
                    <a:solidFill>
                      <a:schemeClr val="bg1"/>
                    </a:solidFill>
                    <a:latin typeface="Impact" panose="020B0806030902050204" pitchFamily="34" charset="0"/>
                  </a:rPr>
                  <a:t>Használata</a:t>
                </a:r>
              </a:p>
            </p:txBody>
          </p:sp>
        </p:grpSp>
        <p:cxnSp>
          <p:nvCxnSpPr>
            <p:cNvPr id="22" name="Egyenes összekötő 21">
              <a:extLst>
                <a:ext uri="{FF2B5EF4-FFF2-40B4-BE49-F238E27FC236}">
                  <a16:creationId xmlns:a16="http://schemas.microsoft.com/office/drawing/2014/main" id="{67414501-1731-4704-8332-FBAE38EA54AD}"/>
                </a:ext>
              </a:extLst>
            </p:cNvPr>
            <p:cNvCxnSpPr>
              <a:cxnSpLocks/>
            </p:cNvCxnSpPr>
            <p:nvPr/>
          </p:nvCxnSpPr>
          <p:spPr>
            <a:xfrm>
              <a:off x="4461933" y="0"/>
              <a:ext cx="0" cy="6858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8948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6" grpId="0"/>
      <p:bldP spid="17" grpId="0"/>
      <p:bldP spid="18" grpId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F7C828A-0606-4041-B1E7-1266ED68F2F0}"/>
              </a:ext>
            </a:extLst>
          </p:cNvPr>
          <p:cNvSpPr/>
          <p:nvPr/>
        </p:nvSpPr>
        <p:spPr>
          <a:xfrm>
            <a:off x="0" y="0"/>
            <a:ext cx="12192000" cy="1857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FE66018-9A9A-48A6-8EA1-CF5BB70B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448" y="265758"/>
            <a:ext cx="6297104" cy="1325563"/>
          </a:xfrm>
        </p:spPr>
        <p:txBody>
          <a:bodyPr>
            <a:noAutofit/>
          </a:bodyPr>
          <a:lstStyle/>
          <a:p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Menüpont választó</a:t>
            </a:r>
          </a:p>
        </p:txBody>
      </p:sp>
      <p:sp>
        <p:nvSpPr>
          <p:cNvPr id="52" name="Téglalap 51">
            <a:hlinkClick r:id="rId2" action="ppaction://hlinksldjump"/>
            <a:extLst>
              <a:ext uri="{FF2B5EF4-FFF2-40B4-BE49-F238E27FC236}">
                <a16:creationId xmlns:a16="http://schemas.microsoft.com/office/drawing/2014/main" id="{5883F1F7-8A50-4487-8A3E-20DD6FAD6DAD}"/>
              </a:ext>
            </a:extLst>
          </p:cNvPr>
          <p:cNvSpPr/>
          <p:nvPr/>
        </p:nvSpPr>
        <p:spPr>
          <a:xfrm>
            <a:off x="2947448" y="2207505"/>
            <a:ext cx="2675466" cy="3894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400" dirty="0">
                <a:latin typeface="Impact" panose="020B0806030902050204" pitchFamily="34" charset="0"/>
              </a:rPr>
              <a:t>Megye adatai</a:t>
            </a:r>
          </a:p>
        </p:txBody>
      </p:sp>
      <p:sp>
        <p:nvSpPr>
          <p:cNvPr id="55" name="Téglalap 54">
            <a:hlinkClick r:id="rId3" action="ppaction://hlinksldjump"/>
            <a:extLst>
              <a:ext uri="{FF2B5EF4-FFF2-40B4-BE49-F238E27FC236}">
                <a16:creationId xmlns:a16="http://schemas.microsoft.com/office/drawing/2014/main" id="{6160DF7D-9883-4A15-997E-0672B02EFF3C}"/>
              </a:ext>
            </a:extLst>
          </p:cNvPr>
          <p:cNvSpPr/>
          <p:nvPr/>
        </p:nvSpPr>
        <p:spPr>
          <a:xfrm>
            <a:off x="6096000" y="2207505"/>
            <a:ext cx="2675466" cy="3894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400" dirty="0">
                <a:latin typeface="Impact" panose="020B0806030902050204" pitchFamily="34" charset="0"/>
              </a:rPr>
              <a:t>Település típusai</a:t>
            </a:r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A12A7E8B-908E-4DD6-8FD4-B5D1FB97983A}"/>
              </a:ext>
            </a:extLst>
          </p:cNvPr>
          <p:cNvCxnSpPr/>
          <p:nvPr/>
        </p:nvCxnSpPr>
        <p:spPr>
          <a:xfrm>
            <a:off x="20425" y="1857080"/>
            <a:ext cx="121715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143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A3D94E-F7F3-4698-8A12-46865233ABE2}"/>
              </a:ext>
            </a:extLst>
          </p:cNvPr>
          <p:cNvSpPr/>
          <p:nvPr/>
        </p:nvSpPr>
        <p:spPr>
          <a:xfrm>
            <a:off x="0" y="0"/>
            <a:ext cx="446193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hlinkClick r:id="rId2" action="ppaction://hlinksldjump"/>
            <a:extLst>
              <a:ext uri="{FF2B5EF4-FFF2-40B4-BE49-F238E27FC236}">
                <a16:creationId xmlns:a16="http://schemas.microsoft.com/office/drawing/2014/main" id="{99B855DB-4288-40FA-8A74-1F91E9D1AAB7}"/>
              </a:ext>
            </a:extLst>
          </p:cNvPr>
          <p:cNvSpPr/>
          <p:nvPr/>
        </p:nvSpPr>
        <p:spPr>
          <a:xfrm>
            <a:off x="119500" y="6435633"/>
            <a:ext cx="1319833" cy="29633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191"/>
            <a:ext cx="4461933" cy="1325563"/>
          </a:xfrm>
        </p:spPr>
        <p:txBody>
          <a:bodyPr>
            <a:normAutofit/>
          </a:bodyPr>
          <a:lstStyle/>
          <a:p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Megye adatai</a:t>
            </a:r>
          </a:p>
        </p:txBody>
      </p:sp>
      <p:pic>
        <p:nvPicPr>
          <p:cNvPr id="8" name="Kép 7">
            <a:hlinkClick r:id="rId2" action="ppaction://hlinksldjump"/>
            <a:extLst>
              <a:ext uri="{FF2B5EF4-FFF2-40B4-BE49-F238E27FC236}">
                <a16:creationId xmlns:a16="http://schemas.microsoft.com/office/drawing/2014/main" id="{C3B5158E-4FBF-4266-A73E-ED9BEADC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8" y="6469016"/>
            <a:ext cx="229566" cy="229566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C46354-5D08-4490-9E8E-5FDB46852711}"/>
              </a:ext>
            </a:extLst>
          </p:cNvPr>
          <p:cNvSpPr txBox="1"/>
          <p:nvPr/>
        </p:nvSpPr>
        <p:spPr>
          <a:xfrm>
            <a:off x="482602" y="6399133"/>
            <a:ext cx="87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Impact" panose="020B080603090205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</a:t>
            </a:r>
            <a:endParaRPr lang="hu-HU" dirty="0">
              <a:latin typeface="Impact" panose="020B0806030902050204" pitchFamily="34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DF5A9E1-6755-4529-A93A-29E4C0C0323C}"/>
              </a:ext>
            </a:extLst>
          </p:cNvPr>
          <p:cNvSpPr txBox="1"/>
          <p:nvPr/>
        </p:nvSpPr>
        <p:spPr>
          <a:xfrm>
            <a:off x="4820098" y="216331"/>
            <a:ext cx="6457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Arial Black" panose="020B0A04020102020204" pitchFamily="34" charset="0"/>
              </a:rPr>
              <a:t>Ebben a menüpontban a program rákérdez</a:t>
            </a:r>
          </a:p>
          <a:p>
            <a:r>
              <a:rPr lang="hu-HU" sz="2000" dirty="0">
                <a:latin typeface="Arial Black" panose="020B0A04020102020204" pitchFamily="34" charset="0"/>
              </a:rPr>
              <a:t>- a megye kódjára (3 betűből áll),</a:t>
            </a:r>
          </a:p>
          <a:p>
            <a:r>
              <a:rPr lang="hu-HU" sz="2000" dirty="0">
                <a:latin typeface="Arial Black" panose="020B0A04020102020204" pitchFamily="34" charset="0"/>
              </a:rPr>
              <a:t>- majd kiírja a megyében lévő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86A6160-04F0-4E9C-92F0-74EFBA393A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553852"/>
              </p:ext>
            </p:extLst>
          </p:nvPr>
        </p:nvGraphicFramePr>
        <p:xfrm>
          <a:off x="4820098" y="2286309"/>
          <a:ext cx="7194733" cy="2260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D8EFCC2A-DFB8-8F91-0CFC-3CA702FA88B9}"/>
              </a:ext>
            </a:extLst>
          </p:cNvPr>
          <p:cNvGrpSpPr/>
          <p:nvPr/>
        </p:nvGrpSpPr>
        <p:grpSpPr>
          <a:xfrm>
            <a:off x="6464684" y="4653426"/>
            <a:ext cx="3905559" cy="1665948"/>
            <a:chOff x="6464684" y="4546910"/>
            <a:chExt cx="3905559" cy="1665948"/>
          </a:xfrm>
          <a:solidFill>
            <a:schemeClr val="bg1">
              <a:lumMod val="75000"/>
            </a:schemeClr>
          </a:solidFill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38F115A7-F70F-CF95-D597-E6F1C4492CE6}"/>
                </a:ext>
              </a:extLst>
            </p:cNvPr>
            <p:cNvSpPr/>
            <p:nvPr/>
          </p:nvSpPr>
          <p:spPr>
            <a:xfrm>
              <a:off x="6464684" y="4546910"/>
              <a:ext cx="3905559" cy="59116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pic>
          <p:nvPicPr>
            <p:cNvPr id="15" name="Kép 14">
              <a:extLst>
                <a:ext uri="{FF2B5EF4-FFF2-40B4-BE49-F238E27FC236}">
                  <a16:creationId xmlns:a16="http://schemas.microsoft.com/office/drawing/2014/main" id="{559B850A-44E6-4E09-9471-4D4697F9C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64684" y="5138073"/>
              <a:ext cx="3905559" cy="1074785"/>
            </a:xfrm>
            <a:prstGeom prst="rect">
              <a:avLst/>
            </a:prstGeom>
            <a:grpFill/>
          </p:spPr>
        </p:pic>
        <p:sp>
          <p:nvSpPr>
            <p:cNvPr id="3" name="Szövegdoboz 2">
              <a:extLst>
                <a:ext uri="{FF2B5EF4-FFF2-40B4-BE49-F238E27FC236}">
                  <a16:creationId xmlns:a16="http://schemas.microsoft.com/office/drawing/2014/main" id="{0C607E36-1461-05D4-C57B-798C64FA1B22}"/>
                </a:ext>
              </a:extLst>
            </p:cNvPr>
            <p:cNvSpPr txBox="1"/>
            <p:nvPr/>
          </p:nvSpPr>
          <p:spPr>
            <a:xfrm>
              <a:off x="7086938" y="4607480"/>
              <a:ext cx="2661049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hu-HU" sz="2400" dirty="0">
                  <a:latin typeface="Arial Black" panose="020B0A04020102020204" pitchFamily="34" charset="0"/>
                </a:rPr>
                <a:t>A programban:</a:t>
              </a:r>
            </a:p>
          </p:txBody>
        </p:sp>
      </p:grpSp>
      <p:sp>
        <p:nvSpPr>
          <p:cNvPr id="6" name="Szövegdoboz 5">
            <a:extLst>
              <a:ext uri="{FF2B5EF4-FFF2-40B4-BE49-F238E27FC236}">
                <a16:creationId xmlns:a16="http://schemas.microsoft.com/office/drawing/2014/main" id="{5FA58E86-09E3-5659-61B1-5D12BEC08277}"/>
              </a:ext>
            </a:extLst>
          </p:cNvPr>
          <p:cNvSpPr txBox="1"/>
          <p:nvPr/>
        </p:nvSpPr>
        <p:spPr>
          <a:xfrm>
            <a:off x="4820097" y="1432405"/>
            <a:ext cx="6673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hu-HU" sz="2000" dirty="0">
                <a:latin typeface="Arial Black" panose="020B0A04020102020204" pitchFamily="34" charset="0"/>
              </a:rPr>
              <a:t>Települések számát</a:t>
            </a:r>
          </a:p>
          <a:p>
            <a:pPr marL="514350" indent="-514350">
              <a:buFont typeface="+mj-lt"/>
              <a:buAutoNum type="romanUcPeriod"/>
            </a:pPr>
            <a:r>
              <a:rPr lang="hu-HU" sz="2000" dirty="0">
                <a:latin typeface="Arial Black" panose="020B0A04020102020204" pitchFamily="34" charset="0"/>
              </a:rPr>
              <a:t>A megye összes lakosának számát</a:t>
            </a:r>
          </a:p>
          <a:p>
            <a:pPr marL="514350" indent="-514350">
              <a:buFont typeface="+mj-lt"/>
              <a:buAutoNum type="romanUcPeriod"/>
            </a:pPr>
            <a:r>
              <a:rPr lang="hu-HU" sz="2000" dirty="0">
                <a:latin typeface="Arial Black" panose="020B0A04020102020204" pitchFamily="34" charset="0"/>
              </a:rPr>
              <a:t>A megye városainak lakosainak számát</a:t>
            </a:r>
          </a:p>
        </p:txBody>
      </p: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1C1F5C54-CF81-6EC5-1947-56F16325F927}"/>
              </a:ext>
            </a:extLst>
          </p:cNvPr>
          <p:cNvCxnSpPr>
            <a:cxnSpLocks/>
          </p:cNvCxnSpPr>
          <p:nvPr/>
        </p:nvCxnSpPr>
        <p:spPr>
          <a:xfrm flipV="1">
            <a:off x="44619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2155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Graphic spid="13" grpId="0">
        <p:bldAsOne/>
      </p:bldGraphic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A3D94E-F7F3-4698-8A12-46865233ABE2}"/>
              </a:ext>
            </a:extLst>
          </p:cNvPr>
          <p:cNvSpPr/>
          <p:nvPr/>
        </p:nvSpPr>
        <p:spPr>
          <a:xfrm>
            <a:off x="0" y="0"/>
            <a:ext cx="446193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hlinkClick r:id="rId2" action="ppaction://hlinksldjump"/>
            <a:extLst>
              <a:ext uri="{FF2B5EF4-FFF2-40B4-BE49-F238E27FC236}">
                <a16:creationId xmlns:a16="http://schemas.microsoft.com/office/drawing/2014/main" id="{99B855DB-4288-40FA-8A74-1F91E9D1AAB7}"/>
              </a:ext>
            </a:extLst>
          </p:cNvPr>
          <p:cNvSpPr/>
          <p:nvPr/>
        </p:nvSpPr>
        <p:spPr>
          <a:xfrm>
            <a:off x="119500" y="6435633"/>
            <a:ext cx="1319833" cy="29633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191"/>
            <a:ext cx="446193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Települések típusai</a:t>
            </a:r>
          </a:p>
        </p:txBody>
      </p:sp>
      <p:pic>
        <p:nvPicPr>
          <p:cNvPr id="8" name="Kép 7">
            <a:hlinkClick r:id="rId2" action="ppaction://hlinksldjump"/>
            <a:extLst>
              <a:ext uri="{FF2B5EF4-FFF2-40B4-BE49-F238E27FC236}">
                <a16:creationId xmlns:a16="http://schemas.microsoft.com/office/drawing/2014/main" id="{C3B5158E-4FBF-4266-A73E-ED9BEADC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8" y="6469016"/>
            <a:ext cx="229566" cy="229566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C46354-5D08-4490-9E8E-5FDB46852711}"/>
              </a:ext>
            </a:extLst>
          </p:cNvPr>
          <p:cNvSpPr txBox="1"/>
          <p:nvPr/>
        </p:nvSpPr>
        <p:spPr>
          <a:xfrm>
            <a:off x="482602" y="6399133"/>
            <a:ext cx="87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Impact" panose="020B080603090205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</a:t>
            </a:r>
            <a:endParaRPr lang="hu-HU" dirty="0">
              <a:latin typeface="Impact" panose="020B0806030902050204" pitchFamily="34" charset="0"/>
            </a:endParaRP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AE52744-6B0C-4AA5-84D2-00E216DA312A}"/>
              </a:ext>
            </a:extLst>
          </p:cNvPr>
          <p:cNvCxnSpPr>
            <a:cxnSpLocks/>
          </p:cNvCxnSpPr>
          <p:nvPr/>
        </p:nvCxnSpPr>
        <p:spPr>
          <a:xfrm>
            <a:off x="44619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E7837AB-7732-425D-A75B-A2D80700CF51}"/>
              </a:ext>
            </a:extLst>
          </p:cNvPr>
          <p:cNvSpPr txBox="1"/>
          <p:nvPr/>
        </p:nvSpPr>
        <p:spPr>
          <a:xfrm>
            <a:off x="4817184" y="376140"/>
            <a:ext cx="64573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Arial Black" panose="020B0A04020102020204" pitchFamily="34" charset="0"/>
              </a:rPr>
              <a:t>Egy listából számok kiválasztásával megtudhatjuk:</a:t>
            </a:r>
          </a:p>
        </p:txBody>
      </p: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5B4167CF-4844-75EB-9DB4-14989F60C2F1}"/>
              </a:ext>
            </a:extLst>
          </p:cNvPr>
          <p:cNvGrpSpPr/>
          <p:nvPr/>
        </p:nvGrpSpPr>
        <p:grpSpPr>
          <a:xfrm>
            <a:off x="4698999" y="2650195"/>
            <a:ext cx="7238996" cy="931848"/>
            <a:chOff x="4699000" y="2738452"/>
            <a:chExt cx="7238996" cy="931848"/>
          </a:xfrm>
        </p:grpSpPr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2FB91248-3866-72A2-970B-E2397F98CA6F}"/>
                </a:ext>
              </a:extLst>
            </p:cNvPr>
            <p:cNvSpPr/>
            <p:nvPr/>
          </p:nvSpPr>
          <p:spPr>
            <a:xfrm>
              <a:off x="4699000" y="2738452"/>
              <a:ext cx="7238995" cy="9318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46ACAD30-E5CE-40BA-93F7-099567E64D87}"/>
                </a:ext>
              </a:extLst>
            </p:cNvPr>
            <p:cNvSpPr txBox="1"/>
            <p:nvPr/>
          </p:nvSpPr>
          <p:spPr>
            <a:xfrm>
              <a:off x="4817184" y="2838067"/>
              <a:ext cx="71208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latin typeface="Arial Black" panose="020B0A04020102020204" pitchFamily="34" charset="0"/>
                </a:rPr>
                <a:t>Ezt egy kényelmes lapozási lehetőséggel olvashatóbbá teszi!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FA4366A5-E59D-457D-463B-41C0F09ABE7E}"/>
              </a:ext>
            </a:extLst>
          </p:cNvPr>
          <p:cNvGrpSpPr/>
          <p:nvPr/>
        </p:nvGrpSpPr>
        <p:grpSpPr>
          <a:xfrm>
            <a:off x="6136630" y="4119548"/>
            <a:ext cx="3905559" cy="2419016"/>
            <a:chOff x="6136630" y="4119548"/>
            <a:chExt cx="3905559" cy="2419016"/>
          </a:xfrm>
        </p:grpSpPr>
        <p:pic>
          <p:nvPicPr>
            <p:cNvPr id="16" name="Kép 15">
              <a:extLst>
                <a:ext uri="{FF2B5EF4-FFF2-40B4-BE49-F238E27FC236}">
                  <a16:creationId xmlns:a16="http://schemas.microsoft.com/office/drawing/2014/main" id="{843F08E9-0B8A-4D3D-9079-2F26E9341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6630" y="4710711"/>
              <a:ext cx="3905556" cy="1827853"/>
            </a:xfrm>
            <a:prstGeom prst="rect">
              <a:avLst/>
            </a:prstGeom>
          </p:spPr>
        </p:pic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546D0B23-CE06-7D40-EE6A-100D539DDEF0}"/>
                </a:ext>
              </a:extLst>
            </p:cNvPr>
            <p:cNvSpPr/>
            <p:nvPr/>
          </p:nvSpPr>
          <p:spPr>
            <a:xfrm>
              <a:off x="6136630" y="4119548"/>
              <a:ext cx="3905559" cy="5911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87987330-7FA7-9D37-2AD7-53F4E870DD82}"/>
                </a:ext>
              </a:extLst>
            </p:cNvPr>
            <p:cNvSpPr txBox="1"/>
            <p:nvPr/>
          </p:nvSpPr>
          <p:spPr>
            <a:xfrm>
              <a:off x="6692408" y="4179075"/>
              <a:ext cx="279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latin typeface="Arial Black" panose="020B0A04020102020204" pitchFamily="34" charset="0"/>
                </a:rPr>
                <a:t>A programban:</a:t>
              </a:r>
            </a:p>
          </p:txBody>
        </p:sp>
      </p:grp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86A0087-FBE2-1D0B-D0E8-E0BC950C4D2A}"/>
              </a:ext>
            </a:extLst>
          </p:cNvPr>
          <p:cNvSpPr txBox="1"/>
          <p:nvPr/>
        </p:nvSpPr>
        <p:spPr>
          <a:xfrm>
            <a:off x="4817184" y="1256785"/>
            <a:ext cx="7120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hu-HU" sz="2000" dirty="0">
                <a:latin typeface="Arial Black" panose="020B0A04020102020204" pitchFamily="34" charset="0"/>
              </a:rPr>
              <a:t>A megegyező típusú települések nevét és lakosságának számát</a:t>
            </a:r>
          </a:p>
          <a:p>
            <a:pPr marL="514350" indent="-514350">
              <a:buFont typeface="+mj-lt"/>
              <a:buAutoNum type="romanUcPeriod"/>
            </a:pPr>
            <a:r>
              <a:rPr lang="hu-HU" sz="2000" dirty="0">
                <a:latin typeface="Arial Black" panose="020B0A04020102020204" pitchFamily="34" charset="0"/>
              </a:rPr>
              <a:t>Mely településtípusba tartoznak</a:t>
            </a:r>
          </a:p>
          <a:p>
            <a:endParaRPr lang="hu-HU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066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A3D94E-F7F3-4698-8A12-46865233ABE2}"/>
              </a:ext>
            </a:extLst>
          </p:cNvPr>
          <p:cNvSpPr/>
          <p:nvPr/>
        </p:nvSpPr>
        <p:spPr>
          <a:xfrm>
            <a:off x="0" y="0"/>
            <a:ext cx="4461933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: lekerekített 8">
            <a:hlinkClick r:id="rId2" action="ppaction://hlinksldjump"/>
            <a:extLst>
              <a:ext uri="{FF2B5EF4-FFF2-40B4-BE49-F238E27FC236}">
                <a16:creationId xmlns:a16="http://schemas.microsoft.com/office/drawing/2014/main" id="{99B855DB-4288-40FA-8A74-1F91E9D1AAB7}"/>
              </a:ext>
            </a:extLst>
          </p:cNvPr>
          <p:cNvSpPr/>
          <p:nvPr/>
        </p:nvSpPr>
        <p:spPr>
          <a:xfrm>
            <a:off x="119500" y="6435633"/>
            <a:ext cx="1319833" cy="296333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1191"/>
            <a:ext cx="446193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u-HU" sz="6000" dirty="0">
                <a:solidFill>
                  <a:schemeClr val="bg1"/>
                </a:solidFill>
                <a:latin typeface="Impact" panose="020B0806030902050204" pitchFamily="34" charset="0"/>
              </a:rPr>
              <a:t>Települések típusai</a:t>
            </a:r>
          </a:p>
        </p:txBody>
      </p:sp>
      <p:pic>
        <p:nvPicPr>
          <p:cNvPr id="8" name="Kép 7">
            <a:hlinkClick r:id="rId2" action="ppaction://hlinksldjump"/>
            <a:extLst>
              <a:ext uri="{FF2B5EF4-FFF2-40B4-BE49-F238E27FC236}">
                <a16:creationId xmlns:a16="http://schemas.microsoft.com/office/drawing/2014/main" id="{C3B5158E-4FBF-4266-A73E-ED9BEADC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8" y="6469016"/>
            <a:ext cx="229566" cy="229566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2C46354-5D08-4490-9E8E-5FDB46852711}"/>
              </a:ext>
            </a:extLst>
          </p:cNvPr>
          <p:cNvSpPr txBox="1"/>
          <p:nvPr/>
        </p:nvSpPr>
        <p:spPr>
          <a:xfrm>
            <a:off x="482602" y="6399133"/>
            <a:ext cx="87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Impact" panose="020B080603090205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Vissza</a:t>
            </a:r>
            <a:endParaRPr lang="hu-HU" dirty="0">
              <a:latin typeface="Impact" panose="020B0806030902050204" pitchFamily="34" charset="0"/>
            </a:endParaRPr>
          </a:p>
        </p:txBody>
      </p: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9AE52744-6B0C-4AA5-84D2-00E216DA312A}"/>
              </a:ext>
            </a:extLst>
          </p:cNvPr>
          <p:cNvCxnSpPr>
            <a:cxnSpLocks/>
          </p:cNvCxnSpPr>
          <p:nvPr/>
        </p:nvCxnSpPr>
        <p:spPr>
          <a:xfrm>
            <a:off x="446193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608A51CC-20E1-B1A4-027B-ED32AA554E18}"/>
              </a:ext>
            </a:extLst>
          </p:cNvPr>
          <p:cNvGrpSpPr/>
          <p:nvPr/>
        </p:nvGrpSpPr>
        <p:grpSpPr>
          <a:xfrm>
            <a:off x="6377931" y="1546754"/>
            <a:ext cx="3905559" cy="3015734"/>
            <a:chOff x="6377931" y="1546754"/>
            <a:chExt cx="3905559" cy="3015734"/>
          </a:xfrm>
        </p:grpSpPr>
        <p:sp>
          <p:nvSpPr>
            <p:cNvPr id="5" name="Téglalap 4">
              <a:extLst>
                <a:ext uri="{FF2B5EF4-FFF2-40B4-BE49-F238E27FC236}">
                  <a16:creationId xmlns:a16="http://schemas.microsoft.com/office/drawing/2014/main" id="{546D0B23-CE06-7D40-EE6A-100D539DDEF0}"/>
                </a:ext>
              </a:extLst>
            </p:cNvPr>
            <p:cNvSpPr/>
            <p:nvPr/>
          </p:nvSpPr>
          <p:spPr>
            <a:xfrm>
              <a:off x="6377931" y="1546754"/>
              <a:ext cx="3905559" cy="5911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87987330-7FA7-9D37-2AD7-53F4E870DD82}"/>
                </a:ext>
              </a:extLst>
            </p:cNvPr>
            <p:cNvSpPr txBox="1"/>
            <p:nvPr/>
          </p:nvSpPr>
          <p:spPr>
            <a:xfrm>
              <a:off x="6933709" y="1606281"/>
              <a:ext cx="2794000" cy="264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latin typeface="Arial Black" panose="020B0A04020102020204" pitchFamily="34" charset="0"/>
                </a:rPr>
                <a:t>A programban:</a:t>
              </a:r>
            </a:p>
          </p:txBody>
        </p:sp>
        <p:pic>
          <p:nvPicPr>
            <p:cNvPr id="6" name="Kép 5">
              <a:extLst>
                <a:ext uri="{FF2B5EF4-FFF2-40B4-BE49-F238E27FC236}">
                  <a16:creationId xmlns:a16="http://schemas.microsoft.com/office/drawing/2014/main" id="{56145BCB-1767-26B4-177E-27156A0F7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7931" y="2144145"/>
              <a:ext cx="3905558" cy="2418343"/>
            </a:xfrm>
            <a:prstGeom prst="rect">
              <a:avLst/>
            </a:prstGeom>
          </p:spPr>
        </p:pic>
      </p:grp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0B34673-FAA0-0C4B-6FDA-72A48D57AC6A}"/>
              </a:ext>
            </a:extLst>
          </p:cNvPr>
          <p:cNvSpPr txBox="1"/>
          <p:nvPr/>
        </p:nvSpPr>
        <p:spPr>
          <a:xfrm>
            <a:off x="4944535" y="622300"/>
            <a:ext cx="6993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latin typeface="Arial Black" panose="020B0A04020102020204" pitchFamily="34" charset="0"/>
              </a:rPr>
              <a:t>Ilyen formában megjelenik</a:t>
            </a: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55CA5D15-A18A-B6DC-A3C5-ED4A436584E4}"/>
              </a:ext>
            </a:extLst>
          </p:cNvPr>
          <p:cNvSpPr txBox="1"/>
          <p:nvPr/>
        </p:nvSpPr>
        <p:spPr>
          <a:xfrm>
            <a:off x="4944535" y="4720084"/>
            <a:ext cx="6693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000" dirty="0" err="1">
                <a:latin typeface="Arial Black" panose="020B0A04020102020204" pitchFamily="34" charset="0"/>
              </a:rPr>
              <a:t>Responsive</a:t>
            </a:r>
            <a:r>
              <a:rPr lang="hu-HU" sz="2000" dirty="0">
                <a:latin typeface="Arial Black" panose="020B0A04020102020204" pitchFamily="34" charset="0"/>
              </a:rPr>
              <a:t> az összes terminál mérettel mivel:</a:t>
            </a:r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E73EC96D-7776-A913-7CD6-D526B305A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21" y="5311246"/>
            <a:ext cx="6943912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04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Magyar Zászló">
            <a:extLst>
              <a:ext uri="{FF2B5EF4-FFF2-40B4-BE49-F238E27FC236}">
                <a16:creationId xmlns:a16="http://schemas.microsoft.com/office/drawing/2014/main" id="{214D350F-70B4-46FD-A706-228399DD0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86847"/>
            <a:ext cx="12192000" cy="9144000"/>
          </a:xfrm>
          <a:prstGeom prst="rect">
            <a:avLst/>
          </a:prstGeom>
          <a:noFill/>
          <a:effectLst>
            <a:reflection stA="45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286BF2C-DBCF-49BB-BD4F-7B13369E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33" y="2622371"/>
            <a:ext cx="11980333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Impact" panose="020B0806030902050204" pitchFamily="34" charset="0"/>
              </a:rPr>
              <a:t>Köszönjük megtisztelő figyelmét!</a:t>
            </a:r>
          </a:p>
        </p:txBody>
      </p:sp>
    </p:spTree>
    <p:extLst>
      <p:ext uri="{BB962C8B-B14F-4D97-AF65-F5344CB8AC3E}">
        <p14:creationId xmlns:p14="http://schemas.microsoft.com/office/powerpoint/2010/main" val="280958490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131</Words>
  <Application>Microsoft Office PowerPoint</Application>
  <PresentationFormat>Szélesvásznú</PresentationFormat>
  <Paragraphs>35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Impact</vt:lpstr>
      <vt:lpstr>Office-téma</vt:lpstr>
      <vt:lpstr>Magyarország 2025-ös népessége</vt:lpstr>
      <vt:lpstr>PowerPoint-bemutató</vt:lpstr>
      <vt:lpstr>Menüpont választó</vt:lpstr>
      <vt:lpstr>Megye adatai</vt:lpstr>
      <vt:lpstr>Települések típusai</vt:lpstr>
      <vt:lpstr>Települések típusai</vt:lpstr>
      <vt:lpstr>Köszönjük megtisztelő figyelmét!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2025-ös népessége</dc:title>
  <dc:creator>Ungai Zoltán</dc:creator>
  <cp:lastModifiedBy>Zoltán Ungai</cp:lastModifiedBy>
  <cp:revision>23</cp:revision>
  <dcterms:created xsi:type="dcterms:W3CDTF">2026-09-11T07:06:04Z</dcterms:created>
  <dcterms:modified xsi:type="dcterms:W3CDTF">2026-09-17T14:41:23Z</dcterms:modified>
</cp:coreProperties>
</file>